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Chatbot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Streamlit + LangChain PDF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Upload PDF</a:t>
            </a:r>
          </a:p>
          <a:p>
            <a:r>
              <a:t>2. Extract text</a:t>
            </a:r>
          </a:p>
          <a:p>
            <a:r>
              <a:t>3. Embed chunks</a:t>
            </a:r>
          </a:p>
          <a:p>
            <a:r>
              <a:t>4. FAISS retrieval</a:t>
            </a:r>
          </a:p>
          <a:p>
            <a:r>
              <a:t>5. Chat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